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DD3F5"/>
    <a:srgbClr val="1E88E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614CA8-66D5-82CF-895C-F8F9E421CC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86C9FC-818C-5269-3F7F-D5542316E6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156BE0-4502-2E50-6DA8-BAC08458E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BE704-4EC2-4278-8528-8791E6AB96F9}" type="datetimeFigureOut">
              <a:rPr lang="en-CA" smtClean="0"/>
              <a:t>2026-03-26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983731-B5B3-0ACD-37BC-D5E373E2F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5A62B6-5FA5-5DB7-A96F-2C777DD5C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F3B7D5-6009-4AB4-AC0B-92DF650C844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80576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EA5C59-2E98-76BC-77AA-565BFBD44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517C78-EA6D-E1AB-5C14-F64FE250D0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10A301-034E-9469-7362-479CDC6534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BE704-4EC2-4278-8528-8791E6AB96F9}" type="datetimeFigureOut">
              <a:rPr lang="en-CA" smtClean="0"/>
              <a:t>2026-03-26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B414BD-01A2-DF10-D993-9D53BEB36A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56A07B-B1AE-B460-7CEC-D60131654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F3B7D5-6009-4AB4-AC0B-92DF650C844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22554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F958A-2CEB-4D38-6FEB-CF214F89DD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4DEA6C-8F36-6CD7-97D5-83C662E594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A3BDEE-9CA0-8487-819E-39FB768B28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BE704-4EC2-4278-8528-8791E6AB96F9}" type="datetimeFigureOut">
              <a:rPr lang="en-CA" smtClean="0"/>
              <a:t>2026-03-26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55E76B-9A29-D999-65E2-FDE5401FF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20240-F8E0-AC17-681D-86E7CC46D7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F3B7D5-6009-4AB4-AC0B-92DF650C844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668245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49683-30F0-D247-C426-EF5AE04B0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4D5CEB-E60C-5AC6-8D3D-64F10632B0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21117F-82CC-1B23-6E32-BF8A612AEF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F9CD27-97C6-A8DA-78A5-7A9F606A48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BE704-4EC2-4278-8528-8791E6AB96F9}" type="datetimeFigureOut">
              <a:rPr lang="en-CA" smtClean="0"/>
              <a:t>2026-03-26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486549-1F82-1104-FDC9-0596815C6A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8051EA-84FA-F141-37DF-D05B0A94A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F3B7D5-6009-4AB4-AC0B-92DF650C844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46024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5E1CB-D37D-18FC-56AD-84F12D3B8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E7CB81-423D-05E1-3041-0175C5AAD3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637885-75CA-630B-292C-029D616A59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B729AD-5771-A0A9-8B2B-8F76BB93D0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D90AAF5-C7C2-EE48-51CC-B0F8028EFD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58CD92D-B8B9-9746-038F-89B4DA6BEF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BE704-4EC2-4278-8528-8791E6AB96F9}" type="datetimeFigureOut">
              <a:rPr lang="en-CA" smtClean="0"/>
              <a:t>2026-03-26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A40E256-469C-76C6-CFAB-77573304FE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C68219C-A2A1-EEC9-1E71-F63F79650B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F3B7D5-6009-4AB4-AC0B-92DF650C844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60893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FA093-EA0F-9528-2907-485CE5981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85DA8F1-B462-ACA6-0833-00940010DE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BE704-4EC2-4278-8528-8791E6AB96F9}" type="datetimeFigureOut">
              <a:rPr lang="en-CA" smtClean="0"/>
              <a:t>2026-03-26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776C331-DE67-0EA1-0CDB-F50928A90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99CE33-5706-311A-5714-D54ED97B6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F3B7D5-6009-4AB4-AC0B-92DF650C844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303226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6337B9A-D022-3258-0D2E-3C343B0CEB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BE704-4EC2-4278-8528-8791E6AB96F9}" type="datetimeFigureOut">
              <a:rPr lang="en-CA" smtClean="0"/>
              <a:t>2026-03-26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AB01E1-5B70-AC40-272F-317778CA1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867A27-4A80-38CE-3638-C6A8EE905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F3B7D5-6009-4AB4-AC0B-92DF650C844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384335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FA43B2-D283-A9A6-61E9-BA04043DC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D3A750-317A-A590-F15D-AFFF9FBAFE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2F7B65-9C0E-D45D-4FAE-8014219D70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BF7940-6588-51D1-5BFA-4F9FE130AA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BE704-4EC2-4278-8528-8791E6AB96F9}" type="datetimeFigureOut">
              <a:rPr lang="en-CA" smtClean="0"/>
              <a:t>2026-03-26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F3AD94-E9E0-A5FE-1918-0B67A6E0B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DFFAB5-67A1-A01E-4F90-9DAD5D1FB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F3B7D5-6009-4AB4-AC0B-92DF650C844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96090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4F289B-F499-86C8-61C8-070C22D8D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E3E4FB-F321-85ED-37A1-7E49A56B390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F6557C-B65F-68B7-609C-B8728568D1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B74054-5904-7D2C-7283-6A656BA35F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BE704-4EC2-4278-8528-8791E6AB96F9}" type="datetimeFigureOut">
              <a:rPr lang="en-CA" smtClean="0"/>
              <a:t>2026-03-26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02A91E-A329-4FF9-D39E-10DF7F6027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E4CB73-F011-D09A-11FC-DC0980B2A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F3B7D5-6009-4AB4-AC0B-92DF650C844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760050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F2AEBE-BF7D-9D9D-6407-D4B26ECAE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55BCDD-F738-34C3-9A96-82767F7718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4DE2F4-0E3B-EAC4-43E4-4476AF40F1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BE704-4EC2-4278-8528-8791E6AB96F9}" type="datetimeFigureOut">
              <a:rPr lang="en-CA" smtClean="0"/>
              <a:t>2026-03-26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4CD09A-1F9D-C54D-BE09-97B291C5B5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851B0F-BCE8-A4B9-CD72-3EAB85E69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F3B7D5-6009-4AB4-AC0B-92DF650C844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316416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63B98B7-1AF0-1E8A-2A13-EEAFC29C87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C4F89C-1BE2-C6FC-FBF4-C30F241F59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CBA4E9-3278-40DD-8F67-FBA7E421C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BE704-4EC2-4278-8528-8791E6AB96F9}" type="datetimeFigureOut">
              <a:rPr lang="en-CA" smtClean="0"/>
              <a:t>2026-03-26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F888AD-65B2-548C-26EC-416958101B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04B965-6B61-2FF5-3406-B09D1C436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F3B7D5-6009-4AB4-AC0B-92DF650C844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56660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DD3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30DEE01-B80D-DA46-8BEE-51CA51D96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01A06B-DB55-B454-E10E-BE85889097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DA4AA2-328F-A751-87F5-F65370A9D5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3BE704-4EC2-4278-8528-8791E6AB96F9}" type="datetimeFigureOut">
              <a:rPr lang="en-CA" smtClean="0"/>
              <a:t>2026-03-26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6B08A2-6180-C8B9-6364-47C112F9F0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5CEE17-8C5D-438B-EA77-4F07688D5A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F3B7D5-6009-4AB4-AC0B-92DF650C844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061555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3DD36E-223C-11A2-B8F6-069F49F290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278791"/>
            <a:ext cx="9144000" cy="977075"/>
          </a:xfrm>
        </p:spPr>
        <p:txBody>
          <a:bodyPr/>
          <a:lstStyle/>
          <a:p>
            <a:r>
              <a:rPr lang="en-CA" dirty="0">
                <a:latin typeface="Amasis MT Pro Black" panose="020F0502020204030204" pitchFamily="18" charset="0"/>
              </a:rPr>
              <a:t>Student Planner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E7E15F-FEF7-10FD-28B0-5F9788C999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53718"/>
            <a:ext cx="9144000" cy="723074"/>
          </a:xfrm>
        </p:spPr>
        <p:txBody>
          <a:bodyPr/>
          <a:lstStyle/>
          <a:p>
            <a:r>
              <a:rPr lang="en-CA" dirty="0"/>
              <a:t>Nicholas Flay, Madison Gosselin, Kayra Guner and </a:t>
            </a:r>
            <a:r>
              <a:rPr lang="en-CA" dirty="0" err="1"/>
              <a:t>Asifur</a:t>
            </a:r>
            <a:r>
              <a:rPr lang="en-CA" dirty="0"/>
              <a:t> Rahman</a:t>
            </a:r>
          </a:p>
          <a:p>
            <a:pPr>
              <a:spcBef>
                <a:spcPts val="0"/>
              </a:spcBef>
            </a:pPr>
            <a:r>
              <a:rPr lang="en-CA" sz="1400" i="1" dirty="0"/>
              <a:t>COMP 4200: Mobile Application Development Final Project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AB42A63-6D95-D37F-B051-D726AC5B0F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4092" y="429768"/>
            <a:ext cx="4623816" cy="2751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3561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A6558-3A29-39E6-DF64-0A3334101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46620D-8748-890B-31B8-78D057838A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070088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20A3E-2601-3BA2-C250-A57D2CB65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193A9F-7092-BED7-DA61-448EA903DD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069723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A7502-9C1F-F769-E845-63FCFAF375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B75DBB-C2F9-CE93-7827-AC2D0A71B5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088271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A8DC1-8CC8-535C-071E-2330EAC96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4B47A3-6299-C905-E291-6A2321716C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369369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A0C5AE-4EA1-F993-B7A2-FBDBA8BCD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2EF3BB-1E18-B566-AE83-DA8F15E402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30543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21</Words>
  <Application>Microsoft Office PowerPoint</Application>
  <PresentationFormat>Widescreen</PresentationFormat>
  <Paragraphs>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Amasis MT Pro Black</vt:lpstr>
      <vt:lpstr>Aptos</vt:lpstr>
      <vt:lpstr>Aptos Display</vt:lpstr>
      <vt:lpstr>Arial</vt:lpstr>
      <vt:lpstr>Office Theme</vt:lpstr>
      <vt:lpstr>Student Planner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Madison Gosselin</dc:creator>
  <cp:lastModifiedBy>Madison Gosselin</cp:lastModifiedBy>
  <cp:revision>1</cp:revision>
  <dcterms:created xsi:type="dcterms:W3CDTF">2026-03-26T16:26:20Z</dcterms:created>
  <dcterms:modified xsi:type="dcterms:W3CDTF">2026-03-26T16:33:08Z</dcterms:modified>
</cp:coreProperties>
</file>