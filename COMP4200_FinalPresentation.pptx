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D3F5"/>
    <a:srgbClr val="1E88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7EBE7D-8E33-B652-6438-1545BADB049E}" v="553" dt="2026-03-26T21:14:26.5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14CA8-66D5-82CF-895C-F8F9E421C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86C9FC-818C-5269-3F7F-D5542316E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56BE0-4502-2E50-6DA8-BAC08458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BE704-4EC2-4278-8528-8791E6AB96F9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83731-B5B3-0ACD-37BC-D5E373E2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A62B6-5FA5-5DB7-A96F-2C777DD5C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B7D5-6009-4AB4-AC0B-92DF650C8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0576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A5C59-2E98-76BC-77AA-565BFBD44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17C78-EA6D-E1AB-5C14-F64FE250D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0A301-034E-9469-7362-479CDC653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BE704-4EC2-4278-8528-8791E6AB96F9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414BD-01A2-DF10-D993-9D53BEB36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6A07B-B1AE-B460-7CEC-D60131654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B7D5-6009-4AB4-AC0B-92DF650C8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255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F958A-2CEB-4D38-6FEB-CF214F89D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DEA6C-8F36-6CD7-97D5-83C662E59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3BDEE-9CA0-8487-819E-39FB768B2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BE704-4EC2-4278-8528-8791E6AB96F9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5E76B-9A29-D999-65E2-FDE5401FF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20240-F8E0-AC17-681D-86E7CC46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B7D5-6009-4AB4-AC0B-92DF650C8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6824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9683-30F0-D247-C426-EF5AE04B0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D5CEB-E60C-5AC6-8D3D-64F10632B0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21117F-82CC-1B23-6E32-BF8A612AE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9CD27-97C6-A8DA-78A5-7A9F606A4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BE704-4EC2-4278-8528-8791E6AB96F9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86549-1F82-1104-FDC9-0596815C6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051EA-84FA-F141-37DF-D05B0A94A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B7D5-6009-4AB4-AC0B-92DF650C8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6024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5E1CB-D37D-18FC-56AD-84F12D3B8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7CB81-423D-05E1-3041-0175C5AAD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37885-75CA-630B-292C-029D616A5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B729AD-5771-A0A9-8B2B-8F76BB93D0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90AAF5-C7C2-EE48-51CC-B0F8028EFD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8CD92D-B8B9-9746-038F-89B4DA6BE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BE704-4EC2-4278-8528-8791E6AB96F9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40E256-469C-76C6-CFAB-77573304F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8219C-A2A1-EEC9-1E71-F63F7965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B7D5-6009-4AB4-AC0B-92DF650C8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089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A093-EA0F-9528-2907-485CE5981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5DA8F1-B462-ACA6-0833-00940010D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BE704-4EC2-4278-8528-8791E6AB96F9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76C331-DE67-0EA1-0CDB-F50928A9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9CE33-5706-311A-5714-D54ED97B6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B7D5-6009-4AB4-AC0B-92DF650C8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0322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337B9A-D022-3258-0D2E-3C343B0C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BE704-4EC2-4278-8528-8791E6AB96F9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AB01E1-5B70-AC40-272F-317778CA1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67A27-4A80-38CE-3638-C6A8EE90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B7D5-6009-4AB4-AC0B-92DF650C8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8433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A43B2-D283-A9A6-61E9-BA04043D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3A750-317A-A590-F15D-AFFF9FBAF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F7B65-9C0E-D45D-4FAE-8014219D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F7940-6588-51D1-5BFA-4F9FE130A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BE704-4EC2-4278-8528-8791E6AB96F9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3AD94-E9E0-A5FE-1918-0B67A6E0B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FFAB5-67A1-A01E-4F90-9DAD5D1FB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B7D5-6009-4AB4-AC0B-92DF650C8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6090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F289B-F499-86C8-61C8-070C22D8D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E3E4FB-F321-85ED-37A1-7E49A56B39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6557C-B65F-68B7-609C-B8728568D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74054-5904-7D2C-7283-6A656BA35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BE704-4EC2-4278-8528-8791E6AB96F9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2A91E-A329-4FF9-D39E-10DF7F602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E4CB73-F011-D09A-11FC-DC0980B2A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B7D5-6009-4AB4-AC0B-92DF650C8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6005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2AEBE-BF7D-9D9D-6407-D4B26ECAE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5BCDD-F738-34C3-9A96-82767F771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DE2F4-0E3B-EAC4-43E4-4476AF40F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BE704-4EC2-4278-8528-8791E6AB96F9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CD09A-1F9D-C54D-BE09-97B291C5B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51B0F-BCE8-A4B9-CD72-3EAB85E6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B7D5-6009-4AB4-AC0B-92DF650C8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1641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3B98B7-1AF0-1E8A-2A13-EEAFC29C87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C4F89C-1BE2-C6FC-FBF4-C30F241F5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BA4E9-3278-40DD-8F67-FBA7E421C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BE704-4EC2-4278-8528-8791E6AB96F9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888AD-65B2-548C-26EC-41695810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4B965-6B61-2FF5-3406-B09D1C436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B7D5-6009-4AB4-AC0B-92DF650C8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66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D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DEE01-B80D-DA46-8BEE-51CA51D96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1A06B-DB55-B454-E10E-BE8588909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A4AA2-328F-A751-87F5-F65370A9D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BE704-4EC2-4278-8528-8791E6AB96F9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B08A2-6180-C8B9-6364-47C112F9F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CEE17-8C5D-438B-EA77-4F07688D5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3B7D5-6009-4AB4-AC0B-92DF650C8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6155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DD36E-223C-11A2-B8F6-069F49F29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78791"/>
            <a:ext cx="9144000" cy="977075"/>
          </a:xfrm>
        </p:spPr>
        <p:txBody>
          <a:bodyPr/>
          <a:lstStyle/>
          <a:p>
            <a:r>
              <a:rPr lang="en-CA" dirty="0">
                <a:latin typeface="Amasis MT Pro Black" panose="020F0502020204030204" pitchFamily="18" charset="0"/>
              </a:rPr>
              <a:t>Student Planner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7E15F-FEF7-10FD-28B0-5F9788C99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53718"/>
            <a:ext cx="9144000" cy="97397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CA"/>
              <a:t>Group 8</a:t>
            </a:r>
            <a:endParaRPr lang="en-CA" dirty="0"/>
          </a:p>
          <a:p>
            <a:r>
              <a:rPr lang="en-CA" dirty="0"/>
              <a:t>Nicholas Flay, Madison Gosselin, Kayra Guner and </a:t>
            </a:r>
            <a:r>
              <a:rPr lang="en-CA" dirty="0" err="1"/>
              <a:t>Asifur</a:t>
            </a:r>
            <a:r>
              <a:rPr lang="en-CA" dirty="0"/>
              <a:t> Rahman</a:t>
            </a:r>
            <a:endParaRPr lang="en-CA"/>
          </a:p>
          <a:p>
            <a:pPr>
              <a:spcBef>
                <a:spcPts val="0"/>
              </a:spcBef>
            </a:pPr>
            <a:r>
              <a:rPr lang="en-CA" sz="1400" i="1" dirty="0"/>
              <a:t>COMP 4200: Mobile Application Development Final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B42A63-6D95-D37F-B051-D726AC5B0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092" y="429768"/>
            <a:ext cx="4623816" cy="275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356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A6558-3A29-39E6-DF64-0A3334101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6000">
                <a:latin typeface="Amasis MT Pro Black"/>
                <a:ea typeface="+mj-lt"/>
                <a:cs typeface="+mj-lt"/>
              </a:rPr>
              <a:t>Motivation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6620D-8748-890B-31B8-78D057838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785"/>
            <a:ext cx="11013440" cy="48491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CA" sz="3200" b="1" i="1">
                <a:ea typeface="+mn-lt"/>
                <a:cs typeface="+mn-lt"/>
              </a:rPr>
              <a:t>Why did we choose this project?</a:t>
            </a:r>
          </a:p>
          <a:p>
            <a:pPr marL="0" indent="0">
              <a:buNone/>
            </a:pPr>
            <a:endParaRPr lang="en-CA" sz="3200" b="1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CA" sz="3200">
                <a:ea typeface="+mn-lt"/>
                <a:cs typeface="+mn-lt"/>
              </a:rPr>
              <a:t>Wanted to</a:t>
            </a:r>
            <a:r>
              <a:rPr lang="en-CA" sz="3200" dirty="0">
                <a:ea typeface="+mn-lt"/>
                <a:cs typeface="+mn-lt"/>
              </a:rPr>
              <a:t> create an application with a realistic and relatable use.</a:t>
            </a:r>
          </a:p>
          <a:p>
            <a:pPr>
              <a:buFont typeface="Arial"/>
              <a:buChar char="•"/>
            </a:pPr>
            <a:r>
              <a:rPr lang="en-CA" sz="3200">
                <a:ea typeface="+mn-lt"/>
                <a:cs typeface="+mn-lt"/>
              </a:rPr>
              <a:t>Students often struggle with organizing  their deadlines, tasks, and study schedule all in one place.</a:t>
            </a:r>
            <a:endParaRPr lang="en-CA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CA" sz="3200">
                <a:ea typeface="+mn-lt"/>
                <a:cs typeface="+mn-lt"/>
              </a:rPr>
              <a:t>Existing apps are typically not tailored to student needs</a:t>
            </a:r>
            <a:endParaRPr lang="en-CA"/>
          </a:p>
          <a:p>
            <a:pPr>
              <a:buFont typeface="Arial"/>
              <a:buChar char="•"/>
            </a:pPr>
            <a:r>
              <a:rPr lang="en-CA" sz="3200">
                <a:ea typeface="+mn-lt"/>
                <a:cs typeface="+mn-lt"/>
              </a:rPr>
              <a:t>Wanted to build a simple &amp; easily usable planner with the student in mind.</a:t>
            </a:r>
            <a:endParaRPr lang="en-CA"/>
          </a:p>
          <a:p>
            <a:pPr>
              <a:buFont typeface="Arial"/>
              <a:buChar char="•"/>
            </a:pPr>
            <a:endParaRPr lang="en-CA" sz="3200" dirty="0"/>
          </a:p>
          <a:p>
            <a:pPr marL="0" indent="0">
              <a:buNone/>
            </a:pPr>
            <a:endParaRPr lang="en-CA" sz="3200" b="1" dirty="0"/>
          </a:p>
        </p:txBody>
      </p:sp>
    </p:spTree>
    <p:extLst>
      <p:ext uri="{BB962C8B-B14F-4D97-AF65-F5344CB8AC3E}">
        <p14:creationId xmlns:p14="http://schemas.microsoft.com/office/powerpoint/2010/main" val="3207008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20A3E-2601-3BA2-C250-A57D2CB65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6000">
                <a:latin typeface="Amasis MT Pro Black"/>
              </a:rPr>
              <a:t>Objectives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93A9F-7092-BED7-DA61-448EA903D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545"/>
            <a:ext cx="10515600" cy="47374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CA" sz="3200" b="1" i="1">
                <a:ea typeface="+mn-lt"/>
                <a:cs typeface="+mn-lt"/>
              </a:rPr>
              <a:t>What does our app aim to achieve?</a:t>
            </a:r>
          </a:p>
          <a:p>
            <a:pPr marL="0" indent="0">
              <a:buNone/>
            </a:pPr>
            <a:endParaRPr lang="en-CA" b="1" dirty="0"/>
          </a:p>
          <a:p>
            <a:pPr>
              <a:buFont typeface="Arial"/>
              <a:buChar char="•"/>
            </a:pPr>
            <a:r>
              <a:rPr lang="en-CA">
                <a:ea typeface="+mn-lt"/>
                <a:cs typeface="+mn-lt"/>
              </a:rPr>
              <a:t>Provide a centralized dashboard for organizing academic duties</a:t>
            </a:r>
            <a:endParaRPr lang="en-CA"/>
          </a:p>
          <a:p>
            <a:pPr>
              <a:buFont typeface="Arial"/>
              <a:buChar char="•"/>
            </a:pPr>
            <a:r>
              <a:rPr lang="en-CA">
                <a:ea typeface="+mn-lt"/>
                <a:cs typeface="+mn-lt"/>
              </a:rPr>
              <a:t>Allow the user to add, and edit their tasks</a:t>
            </a:r>
            <a:endParaRPr lang="en-CA"/>
          </a:p>
          <a:p>
            <a:pPr>
              <a:buFont typeface="Arial"/>
              <a:buChar char="•"/>
            </a:pPr>
            <a:r>
              <a:rPr lang="en-CA">
                <a:ea typeface="+mn-lt"/>
                <a:cs typeface="+mn-lt"/>
              </a:rPr>
              <a:t>Track task details such as:</a:t>
            </a:r>
            <a:endParaRPr lang="en-CA"/>
          </a:p>
          <a:p>
            <a:pPr lvl="1">
              <a:buFont typeface="Courier New"/>
              <a:buChar char="o"/>
            </a:pPr>
            <a:r>
              <a:rPr lang="en-CA">
                <a:ea typeface="+mn-lt"/>
                <a:cs typeface="+mn-lt"/>
              </a:rPr>
              <a:t>Due date</a:t>
            </a:r>
            <a:endParaRPr lang="en-CA"/>
          </a:p>
          <a:p>
            <a:pPr lvl="1">
              <a:buFont typeface="Courier New"/>
              <a:buChar char="o"/>
            </a:pPr>
            <a:r>
              <a:rPr lang="en-CA">
                <a:ea typeface="+mn-lt"/>
                <a:cs typeface="+mn-lt"/>
              </a:rPr>
              <a:t>Priority</a:t>
            </a:r>
            <a:endParaRPr lang="en-CA"/>
          </a:p>
          <a:p>
            <a:pPr lvl="1">
              <a:buFont typeface="Courier New"/>
              <a:buChar char="o"/>
            </a:pPr>
            <a:r>
              <a:rPr lang="en-CA">
                <a:ea typeface="+mn-lt"/>
                <a:cs typeface="+mn-lt"/>
              </a:rPr>
              <a:t>Notes</a:t>
            </a:r>
            <a:endParaRPr lang="en-CA"/>
          </a:p>
          <a:p>
            <a:pPr lvl="1">
              <a:buFont typeface="Courier New"/>
              <a:buChar char="o"/>
            </a:pPr>
            <a:r>
              <a:rPr lang="en-CA">
                <a:ea typeface="+mn-lt"/>
                <a:cs typeface="+mn-lt"/>
              </a:rPr>
              <a:t>Completion status</a:t>
            </a:r>
            <a:endParaRPr lang="en-CA"/>
          </a:p>
          <a:p>
            <a:pPr>
              <a:buFont typeface="Arial"/>
              <a:buChar char="•"/>
            </a:pPr>
            <a:r>
              <a:rPr lang="en-CA">
                <a:ea typeface="+mn-lt"/>
                <a:cs typeface="+mn-lt"/>
              </a:rPr>
              <a:t>Offer a clean &amp; intuitive interface for students</a:t>
            </a:r>
            <a:endParaRPr lang="en-CA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06972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D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9A7502-9C1F-F769-E845-63FCFAF37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7031" y="467271"/>
            <a:ext cx="3876357" cy="2052522"/>
          </a:xfrm>
        </p:spPr>
        <p:txBody>
          <a:bodyPr anchor="b">
            <a:normAutofit/>
          </a:bodyPr>
          <a:lstStyle/>
          <a:p>
            <a:r>
              <a:rPr lang="en-CA" sz="5600">
                <a:latin typeface="Amasis MT Pro Black"/>
                <a:ea typeface="+mj-lt"/>
                <a:cs typeface="+mj-lt"/>
              </a:rPr>
              <a:t>Tools Used</a:t>
            </a:r>
            <a:endParaRPr lang="en-US" sz="5600"/>
          </a:p>
        </p:txBody>
      </p:sp>
      <p:sp>
        <p:nvSpPr>
          <p:cNvPr id="14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77883" y="2102603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5CBC9A5-2EC2-43B3-BE31-8C21041EA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219505" cy="2553552"/>
          </a:xfrm>
          <a:custGeom>
            <a:avLst/>
            <a:gdLst>
              <a:gd name="connsiteX0" fmla="*/ 0 w 3219505"/>
              <a:gd name="connsiteY0" fmla="*/ 0 h 2553552"/>
              <a:gd name="connsiteX1" fmla="*/ 3168418 w 3219505"/>
              <a:gd name="connsiteY1" fmla="*/ 0 h 2553552"/>
              <a:gd name="connsiteX2" fmla="*/ 3176885 w 3219505"/>
              <a:gd name="connsiteY2" fmla="*/ 32928 h 2553552"/>
              <a:gd name="connsiteX3" fmla="*/ 3219505 w 3219505"/>
              <a:gd name="connsiteY3" fmla="*/ 455715 h 2553552"/>
              <a:gd name="connsiteX4" fmla="*/ 1121668 w 3219505"/>
              <a:gd name="connsiteY4" fmla="*/ 2553552 h 2553552"/>
              <a:gd name="connsiteX5" fmla="*/ 121715 w 3219505"/>
              <a:gd name="connsiteY5" fmla="*/ 2300354 h 2553552"/>
              <a:gd name="connsiteX6" fmla="*/ 0 w 3219505"/>
              <a:gd name="connsiteY6" fmla="*/ 2226411 h 2553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9505" h="2553552">
                <a:moveTo>
                  <a:pt x="0" y="0"/>
                </a:moveTo>
                <a:lnTo>
                  <a:pt x="3168418" y="0"/>
                </a:lnTo>
                <a:lnTo>
                  <a:pt x="3176885" y="32928"/>
                </a:lnTo>
                <a:cubicBezTo>
                  <a:pt x="3204830" y="169492"/>
                  <a:pt x="3219505" y="310890"/>
                  <a:pt x="3219505" y="455715"/>
                </a:cubicBezTo>
                <a:cubicBezTo>
                  <a:pt x="3219505" y="1614318"/>
                  <a:pt x="2280271" y="2553552"/>
                  <a:pt x="1121668" y="2553552"/>
                </a:cubicBezTo>
                <a:cubicBezTo>
                  <a:pt x="759605" y="2553552"/>
                  <a:pt x="418964" y="2461830"/>
                  <a:pt x="121715" y="2300354"/>
                </a:cubicBezTo>
                <a:lnTo>
                  <a:pt x="0" y="2226411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ogo of a cup with smoke&#10;&#10;AI-generated content may be incorrect.">
            <a:extLst>
              <a:ext uri="{FF2B5EF4-FFF2-40B4-BE49-F238E27FC236}">
                <a16:creationId xmlns:a16="http://schemas.microsoft.com/office/drawing/2014/main" id="{E2BC7C6E-A1B3-F3B6-783F-B2F19FD89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65" y="136525"/>
            <a:ext cx="1935439" cy="1935439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7400EEA6-B330-4DBC-A821-469627E96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7433" y="118885"/>
            <a:ext cx="2501404" cy="2501404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logo of a letter a and a bug&#10;&#10;AI-generated content may be incorrect.">
            <a:extLst>
              <a:ext uri="{FF2B5EF4-FFF2-40B4-BE49-F238E27FC236}">
                <a16:creationId xmlns:a16="http://schemas.microsoft.com/office/drawing/2014/main" id="{8FBD62D7-7E6D-48F0-93D4-549BCA145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324" y="598776"/>
            <a:ext cx="1541622" cy="1541622"/>
          </a:xfrm>
          <a:prstGeom prst="rect">
            <a:avLst/>
          </a:prstGeom>
        </p:spPr>
      </p:pic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69269" y="2905060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EF6BFFD-743B-47E9-AC55-ACA07581F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05236" y="2756813"/>
            <a:ext cx="2339616" cy="2339616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D3BEFDA-0C8B-4C24-AF49-B7E58C98D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56811"/>
            <a:ext cx="4507268" cy="4101189"/>
          </a:xfrm>
          <a:custGeom>
            <a:avLst/>
            <a:gdLst>
              <a:gd name="connsiteX0" fmla="*/ 1188901 w 4507268"/>
              <a:gd name="connsiteY0" fmla="*/ 0 h 4101189"/>
              <a:gd name="connsiteX1" fmla="*/ 4507268 w 4507268"/>
              <a:gd name="connsiteY1" fmla="*/ 3318367 h 4101189"/>
              <a:gd name="connsiteX2" fmla="*/ 4439851 w 4507268"/>
              <a:gd name="connsiteY2" fmla="*/ 3987135 h 4101189"/>
              <a:gd name="connsiteX3" fmla="*/ 4410525 w 4507268"/>
              <a:gd name="connsiteY3" fmla="*/ 4101189 h 4101189"/>
              <a:gd name="connsiteX4" fmla="*/ 0 w 4507268"/>
              <a:gd name="connsiteY4" fmla="*/ 4101189 h 4101189"/>
              <a:gd name="connsiteX5" fmla="*/ 0 w 4507268"/>
              <a:gd name="connsiteY5" fmla="*/ 221283 h 4101189"/>
              <a:gd name="connsiteX6" fmla="*/ 47936 w 4507268"/>
              <a:gd name="connsiteY6" fmla="*/ 201358 h 4101189"/>
              <a:gd name="connsiteX7" fmla="*/ 1188901 w 4507268"/>
              <a:gd name="connsiteY7" fmla="*/ 0 h 4101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07268" h="4101189">
                <a:moveTo>
                  <a:pt x="1188901" y="0"/>
                </a:moveTo>
                <a:cubicBezTo>
                  <a:pt x="3021585" y="0"/>
                  <a:pt x="4507268" y="1485684"/>
                  <a:pt x="4507268" y="3318367"/>
                </a:cubicBezTo>
                <a:cubicBezTo>
                  <a:pt x="4507268" y="3547453"/>
                  <a:pt x="4484055" y="3771117"/>
                  <a:pt x="4439851" y="3987135"/>
                </a:cubicBezTo>
                <a:lnTo>
                  <a:pt x="4410525" y="4101189"/>
                </a:lnTo>
                <a:lnTo>
                  <a:pt x="0" y="4101189"/>
                </a:lnTo>
                <a:lnTo>
                  <a:pt x="0" y="221283"/>
                </a:lnTo>
                <a:lnTo>
                  <a:pt x="47936" y="201358"/>
                </a:lnTo>
                <a:cubicBezTo>
                  <a:pt x="403707" y="71093"/>
                  <a:pt x="788002" y="0"/>
                  <a:pt x="118890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8065" y="554476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75DBB-C2F9-CE93-7827-AC2D0A71B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1331" y="2990818"/>
            <a:ext cx="4288619" cy="2913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sz="17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Android Studio</a:t>
            </a:r>
            <a:r>
              <a:rPr lang="en-CA" sz="17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 - Primary IDE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CA" sz="17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Room Database</a:t>
            </a:r>
          </a:p>
          <a:p>
            <a:r>
              <a:rPr lang="en-CA" sz="17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Java</a:t>
            </a:r>
            <a:r>
              <a:rPr lang="en-CA" sz="17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 - App logic</a:t>
            </a:r>
          </a:p>
          <a:p>
            <a:r>
              <a:rPr lang="en-CA" sz="17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XML</a:t>
            </a:r>
            <a:r>
              <a:rPr lang="en-CA" sz="17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 - UI design</a:t>
            </a:r>
          </a:p>
          <a:p>
            <a:r>
              <a:rPr lang="en-CA" sz="17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GitHub</a:t>
            </a:r>
            <a:r>
              <a:rPr lang="en-CA" sz="17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 - Version control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CA" sz="17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github.com/</a:t>
            </a:r>
            <a:r>
              <a:rPr lang="en-CA" sz="17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MadisonGosselin</a:t>
            </a:r>
            <a:r>
              <a:rPr lang="en-CA" sz="17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/COMP4200_StudentPlanner</a:t>
            </a:r>
          </a:p>
          <a:p>
            <a:pPr marL="457200" lvl="1" indent="0">
              <a:buNone/>
            </a:pPr>
            <a:endParaRPr lang="en-CA" sz="170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2E112FD-7393-BE09-16F9-F818476DB5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865" y="3659227"/>
            <a:ext cx="2961232" cy="2961232"/>
          </a:xfrm>
          <a:prstGeom prst="rect">
            <a:avLst/>
          </a:prstGeom>
        </p:spPr>
      </p:pic>
      <p:pic>
        <p:nvPicPr>
          <p:cNvPr id="5" name="Picture 4" descr="A white and orange file with text&#10;&#10;AI-generated content may be incorrect.">
            <a:extLst>
              <a:ext uri="{FF2B5EF4-FFF2-40B4-BE49-F238E27FC236}">
                <a16:creationId xmlns:a16="http://schemas.microsoft.com/office/drawing/2014/main" id="{4BB2B0CF-CF24-FB96-03A8-8830F41175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088" y="3205665"/>
            <a:ext cx="1441912" cy="1441912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827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D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7628F-324E-B510-4E59-B8064C09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anchor="b">
            <a:normAutofit/>
          </a:bodyPr>
          <a:lstStyle/>
          <a:p>
            <a:r>
              <a:rPr lang="en-CA" sz="5600">
                <a:latin typeface="Amasis MT Pro Black"/>
              </a:rPr>
              <a:t>Login Screen</a:t>
            </a:r>
            <a:endParaRPr lang="en-US" sz="56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91F81C7-33A8-6D18-24C6-B9EDEDF15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6" y="2829330"/>
            <a:ext cx="6190412" cy="334445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Features:</a:t>
            </a: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App logo &amp; name</a:t>
            </a:r>
            <a:endParaRPr lang="en-US" sz="22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Login information fields</a:t>
            </a:r>
            <a:endParaRPr lang="en-US" sz="22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Pre-filled field hints</a:t>
            </a:r>
            <a:endParaRPr lang="en-US" sz="22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Login button → navigates to Home Screen</a:t>
            </a:r>
            <a:endParaRPr lang="en-US" sz="22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rgbClr val="000000">
                  <a:alpha val="80000"/>
                </a:srgbClr>
              </a:solidFill>
            </a:endParaRPr>
          </a:p>
        </p:txBody>
      </p:sp>
      <p:pic>
        <p:nvPicPr>
          <p:cNvPr id="4" name="Content Placeholder 3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12E847B7-6D0C-1224-F1D9-034BB4502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562" y="858870"/>
            <a:ext cx="2471466" cy="5538434"/>
          </a:xfrm>
          <a:prstGeom prst="rect">
            <a:avLst/>
          </a:prstGeom>
        </p:spPr>
      </p:pic>
      <p:sp>
        <p:nvSpPr>
          <p:cNvPr id="15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321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D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5C3D1A-55E4-EEB0-BF54-05275CB3B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anchor="b">
            <a:normAutofit/>
          </a:bodyPr>
          <a:lstStyle/>
          <a:p>
            <a:r>
              <a:rPr lang="en-CA" sz="5600">
                <a:latin typeface="Amasis MT Pro Black"/>
              </a:rPr>
              <a:t>Home Page</a:t>
            </a:r>
            <a:endParaRPr lang="en-US" sz="56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5AA606B-7118-E6C6-D203-34ED445A1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6" y="2829330"/>
            <a:ext cx="6190412" cy="334445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tx1">
                    <a:alpha val="80000"/>
                  </a:schemeClr>
                </a:solidFill>
              </a:rPr>
              <a:t>Features:</a:t>
            </a:r>
          </a:p>
          <a:p>
            <a:pPr>
              <a:lnSpc>
                <a:spcPct val="70000"/>
              </a:lnSpc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Welcome message</a:t>
            </a:r>
          </a:p>
          <a:p>
            <a:pPr>
              <a:lnSpc>
                <a:spcPct val="70000"/>
              </a:lnSpc>
              <a:buFont typeface="Arial"/>
            </a:pPr>
            <a:r>
              <a:rPr lang="en-US" sz="2200">
                <a:solidFill>
                  <a:schemeClr val="tx1">
                    <a:alpha val="80000"/>
                  </a:schemeClr>
                </a:solidFill>
              </a:rPr>
              <a:t>Upcoming Tasks section</a:t>
            </a:r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70000"/>
              </a:lnSpc>
            </a:pPr>
            <a:r>
              <a:rPr lang="en-US" sz="2200">
                <a:solidFill>
                  <a:schemeClr val="tx1">
                    <a:alpha val="80000"/>
                  </a:schemeClr>
                </a:solidFill>
              </a:rPr>
              <a:t>Summary tracker:</a:t>
            </a:r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  <a:p>
            <a:pPr lvl="1">
              <a:lnSpc>
                <a:spcPct val="70000"/>
              </a:lnSpc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Total tasks</a:t>
            </a:r>
          </a:p>
          <a:p>
            <a:pPr lvl="1">
              <a:lnSpc>
                <a:spcPct val="70000"/>
              </a:lnSpc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Completed tasks</a:t>
            </a:r>
          </a:p>
          <a:p>
            <a:pPr lvl="1">
              <a:lnSpc>
                <a:spcPct val="70000"/>
              </a:lnSpc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Overdue tasks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70000"/>
              </a:lnSpc>
            </a:pPr>
            <a:r>
              <a:rPr lang="en-US" sz="2200">
                <a:solidFill>
                  <a:schemeClr val="tx1">
                    <a:alpha val="80000"/>
                  </a:schemeClr>
                </a:solidFill>
              </a:rPr>
              <a:t>Add New Task button</a:t>
            </a:r>
          </a:p>
          <a:p>
            <a:pPr marL="0" indent="0">
              <a:buNone/>
            </a:pPr>
            <a:endParaRPr lang="en-US" sz="2400" dirty="0">
              <a:solidFill>
                <a:srgbClr val="000000">
                  <a:alpha val="80000"/>
                </a:srgbClr>
              </a:solidFill>
            </a:endParaRPr>
          </a:p>
        </p:txBody>
      </p:sp>
      <p:pic>
        <p:nvPicPr>
          <p:cNvPr id="4" name="Content Placeholder 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23F0594B-8061-FFA7-392A-77BE59E4D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385" y="1336390"/>
            <a:ext cx="2708940" cy="4837394"/>
          </a:xfrm>
          <a:prstGeom prst="rect">
            <a:avLst/>
          </a:prstGeom>
        </p:spPr>
      </p:pic>
      <p:sp>
        <p:nvSpPr>
          <p:cNvPr id="15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82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D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03706B-35AD-B70D-1C39-4D57317E7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08" y="1336390"/>
            <a:ext cx="7456962" cy="1182927"/>
          </a:xfrm>
        </p:spPr>
        <p:txBody>
          <a:bodyPr anchor="b">
            <a:noAutofit/>
          </a:bodyPr>
          <a:lstStyle/>
          <a:p>
            <a:r>
              <a:rPr lang="en-CA" sz="5600">
                <a:latin typeface="Amasis MT Pro Black"/>
              </a:rPr>
              <a:t>Add/Edit Task Page</a:t>
            </a:r>
            <a:endParaRPr lang="en-US" sz="56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2364360-F20B-BE5E-D3A0-4F4C85396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6" y="2829330"/>
            <a:ext cx="6190412" cy="3344459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b="1">
                <a:solidFill>
                  <a:schemeClr val="tx1">
                    <a:alpha val="80000"/>
                  </a:schemeClr>
                </a:solidFill>
              </a:rPr>
              <a:t>Features:</a:t>
            </a:r>
          </a:p>
          <a:p>
            <a:r>
              <a:rPr lang="en-US" sz="2200">
                <a:solidFill>
                  <a:schemeClr val="tx1">
                    <a:alpha val="80000"/>
                  </a:schemeClr>
                </a:solidFill>
              </a:rPr>
              <a:t>Input boxes: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Task Title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Course/Subject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Due Date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Priority selectors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Area for extra notes</a:t>
            </a:r>
          </a:p>
          <a:p>
            <a:r>
              <a:rPr lang="en-US" sz="2200">
                <a:solidFill>
                  <a:schemeClr val="tx1">
                    <a:alpha val="80000"/>
                  </a:schemeClr>
                </a:solidFill>
              </a:rPr>
              <a:t>Pre-filled field hints</a:t>
            </a:r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200">
                <a:solidFill>
                  <a:schemeClr val="tx1">
                    <a:alpha val="80000"/>
                  </a:schemeClr>
                </a:solidFill>
              </a:rPr>
              <a:t>Save / Cancel buttons</a:t>
            </a:r>
          </a:p>
          <a:p>
            <a:pPr marL="0" indent="0">
              <a:buNone/>
            </a:pP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rgbClr val="000000">
                  <a:alpha val="80000"/>
                </a:srgbClr>
              </a:solidFill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94BA8E-F8DD-E6A6-4FBC-BE3E699DD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273" y="1336390"/>
            <a:ext cx="2479164" cy="4837394"/>
          </a:xfrm>
          <a:prstGeom prst="rect">
            <a:avLst/>
          </a:prstGeom>
        </p:spPr>
      </p:pic>
      <p:sp>
        <p:nvSpPr>
          <p:cNvPr id="15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841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D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BDCE3-1A7C-CD50-16D4-E940F963F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anchor="b">
            <a:normAutofit/>
          </a:bodyPr>
          <a:lstStyle/>
          <a:p>
            <a:r>
              <a:rPr lang="en-CA" sz="5600">
                <a:latin typeface="Amasis MT Pro Black"/>
              </a:rPr>
              <a:t>Task Detail Page</a:t>
            </a:r>
            <a:endParaRPr lang="en-US" sz="56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B6FD52-7C4C-01F0-EDD4-4D91CE049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6" y="2829330"/>
            <a:ext cx="6190412" cy="334445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tx1">
                    <a:alpha val="80000"/>
                  </a:schemeClr>
                </a:solidFill>
              </a:rPr>
              <a:t>Features:</a:t>
            </a:r>
          </a:p>
          <a:p>
            <a:r>
              <a:rPr lang="en-US" sz="2200">
                <a:solidFill>
                  <a:schemeClr val="tx1">
                    <a:alpha val="80000"/>
                  </a:schemeClr>
                </a:solidFill>
              </a:rPr>
              <a:t>Task information</a:t>
            </a:r>
          </a:p>
          <a:p>
            <a:r>
              <a:rPr lang="en-US" sz="2200">
                <a:solidFill>
                  <a:schemeClr val="tx1">
                    <a:alpha val="80000"/>
                  </a:schemeClr>
                </a:solidFill>
              </a:rPr>
              <a:t>Completed Button</a:t>
            </a:r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200">
                <a:solidFill>
                  <a:schemeClr val="tx1">
                    <a:alpha val="80000"/>
                  </a:schemeClr>
                </a:solidFill>
              </a:rPr>
              <a:t>Edit Task Button</a:t>
            </a:r>
            <a:endParaRPr lang="en-US" sz="2200"/>
          </a:p>
          <a:p>
            <a:r>
              <a:rPr lang="en-US" sz="2200">
                <a:solidFill>
                  <a:schemeClr val="tx1">
                    <a:alpha val="80000"/>
                  </a:schemeClr>
                </a:solidFill>
              </a:rPr>
              <a:t>Delete Task Button</a:t>
            </a:r>
            <a:endParaRPr lang="en-US"/>
          </a:p>
          <a:p>
            <a:pPr marL="0" indent="0">
              <a:buNone/>
            </a:pPr>
            <a:endParaRPr lang="en-US" sz="2200" dirty="0">
              <a:solidFill>
                <a:srgbClr val="000000">
                  <a:alpha val="80000"/>
                </a:srgbClr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4" name="Content Placeholder 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AAF643BA-2480-F250-3B80-906354928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385" y="1336390"/>
            <a:ext cx="2708940" cy="4837394"/>
          </a:xfrm>
          <a:prstGeom prst="rect">
            <a:avLst/>
          </a:prstGeom>
        </p:spPr>
      </p:pic>
      <p:sp>
        <p:nvSpPr>
          <p:cNvPr id="15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578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0C5AE-4EA1-F993-B7A2-FBDBA8BCD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6000">
                <a:latin typeface="Amasis MT Pro Black"/>
                <a:ea typeface="+mj-lt"/>
                <a:cs typeface="+mj-lt"/>
              </a:rPr>
              <a:t>Limitations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EF3BB-1E18-B566-AE83-DA8F15E40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7145"/>
            <a:ext cx="10515600" cy="48898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CA" sz="3200" b="1" i="1"/>
              <a:t>Current Constraints</a:t>
            </a:r>
            <a:endParaRPr lang="en-CA" sz="3200" b="1"/>
          </a:p>
          <a:p>
            <a:pPr marL="0" indent="0">
              <a:buNone/>
            </a:pPr>
            <a:endParaRPr lang="en-CA" sz="3200" i="1" dirty="0">
              <a:ea typeface="+mn-lt"/>
              <a:cs typeface="+mn-lt"/>
            </a:endParaRPr>
          </a:p>
          <a:p>
            <a:r>
              <a:rPr lang="en-CA">
                <a:ea typeface="+mn-lt"/>
                <a:cs typeface="+mn-lt"/>
              </a:rPr>
              <a:t>No cloud sync (offline-cached database)</a:t>
            </a:r>
            <a:endParaRPr lang="en-CA"/>
          </a:p>
          <a:p>
            <a:r>
              <a:rPr lang="en-CA">
                <a:ea typeface="+mn-lt"/>
                <a:cs typeface="+mn-lt"/>
              </a:rPr>
              <a:t>No user authentication beyond login screen</a:t>
            </a:r>
            <a:endParaRPr lang="en-CA"/>
          </a:p>
          <a:p>
            <a:r>
              <a:rPr lang="en-CA">
                <a:ea typeface="+mn-lt"/>
                <a:cs typeface="+mn-lt"/>
              </a:rPr>
              <a:t>Limited task categories</a:t>
            </a:r>
            <a:endParaRPr lang="en-CA"/>
          </a:p>
          <a:p>
            <a:r>
              <a:rPr lang="en-CA">
                <a:ea typeface="+mn-lt"/>
                <a:cs typeface="+mn-lt"/>
              </a:rPr>
              <a:t>No notifications or reminders</a:t>
            </a:r>
            <a:endParaRPr lang="en-CA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054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66D8E-7C92-1F9F-2D88-DDE1C39AE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6000">
                <a:latin typeface="Amasis MT Pro Black"/>
                <a:ea typeface="+mj-lt"/>
                <a:cs typeface="+mj-lt"/>
              </a:rPr>
              <a:t>Future Scope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FF99C-BC67-0B8D-724C-1B71E4DF4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6825"/>
            <a:ext cx="10515600" cy="49101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 i="1">
                <a:ea typeface="+mn-lt"/>
                <a:cs typeface="+mn-lt"/>
              </a:rPr>
              <a:t>Ways to Improve</a:t>
            </a:r>
            <a:endParaRPr lang="en-US" sz="3200">
              <a:ea typeface="+mn-lt"/>
              <a:cs typeface="+mn-lt"/>
            </a:endParaRPr>
          </a:p>
          <a:p>
            <a:pPr marL="0" indent="0">
              <a:buNone/>
            </a:pPr>
            <a:endParaRPr lang="en-US" b="1" i="1" dirty="0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Add login via Google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Setup a cloud sync database to access schedule across devices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Push notifications as reminders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Add a calendar view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Publish app to the Google Play Store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493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</Words>
  <Application>Microsoft Office PowerPoint</Application>
  <PresentationFormat>Widescreen</PresentationFormat>
  <Paragraphs>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Student Planner</vt:lpstr>
      <vt:lpstr>Motivation</vt:lpstr>
      <vt:lpstr>Objectives</vt:lpstr>
      <vt:lpstr>Tools Used</vt:lpstr>
      <vt:lpstr>Login Screen</vt:lpstr>
      <vt:lpstr>Home Page</vt:lpstr>
      <vt:lpstr>Add/Edit Task Page</vt:lpstr>
      <vt:lpstr>Task Detail Page</vt:lpstr>
      <vt:lpstr>Limitations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Madison Gosselin</dc:creator>
  <cp:lastModifiedBy>Madison Gosselin</cp:lastModifiedBy>
  <cp:revision>219</cp:revision>
  <dcterms:created xsi:type="dcterms:W3CDTF">2026-03-26T16:26:20Z</dcterms:created>
  <dcterms:modified xsi:type="dcterms:W3CDTF">2026-03-26T21:14:38Z</dcterms:modified>
</cp:coreProperties>
</file>